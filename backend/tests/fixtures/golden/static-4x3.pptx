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Microsoft YaHei"/>
              </a:rPr>
              <a:t>4:3 课件：重要极限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latin typeface="Microsoft YaHei"/>
              </a:rPr>
              <a:t>角度使用弧度制。</a:t>
            </a:r>
          </a:p>
          <a:p>
            <a:r>
              <a:rPr sz="1600">
                <a:latin typeface="Microsoft YaHei"/>
              </a:rPr>
              <a:t>该极限常用于推导 sin x 在 0 点的导数。</a:t>
            </a:r>
          </a:p>
        </p:txBody>
      </p:sp>
      <p:pic>
        <p:nvPicPr>
          <p:cNvPr id="4" name="Picture 3" descr="golden-formula-4x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0"/>
            <a:ext cx="7132320" cy="18769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Microsoft YaHei"/>
              </a:rPr>
              <a:t>4:3 课件：练习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latin typeface="Microsoft YaHei"/>
              </a:rPr>
              <a:t>练习 1：求 lim (x^2 - 1) / (x - 1)，x -&gt; 1。</a:t>
            </a:r>
          </a:p>
          <a:p>
            <a:r>
              <a:rPr sz="1600">
                <a:latin typeface="Microsoft YaHei"/>
              </a:rPr>
              <a:t>提示：先因式分解，再代入。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