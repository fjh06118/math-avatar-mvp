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纵向课件：数列极限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数列极限关注 n 趋于无穷时的趋势。</a:t>
            </a:r>
          </a:p>
          <a:p>
            <a:r>
              <a:rPr sz="1600">
                <a:latin typeface="Microsoft YaHei"/>
              </a:rPr>
              <a:t>单调有界数列必有极限。</a:t>
            </a:r>
          </a:p>
          <a:p>
            <a:r>
              <a:rPr sz="1600">
                <a:latin typeface="Microsoft YaHei"/>
              </a:rPr>
              <a:t>例：a_n = 1 / n，极限为 0。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纵向课件：小结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先看趋势，再写符号。</a:t>
            </a:r>
          </a:p>
          <a:p>
            <a:r>
              <a:rPr sz="1600">
                <a:latin typeface="Microsoft YaHei"/>
              </a:rPr>
              <a:t>极限存在与函数值是否相等无关。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