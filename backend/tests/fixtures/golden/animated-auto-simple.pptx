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BED52-C158-DD2F-88B9-5EA531124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580E8B-FD80-3A3D-61A3-B75E92DAA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4441A-407F-E6A3-B32F-62835E59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0377F-7A9F-CE4D-ABFE-F3808439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E54CE-3733-814B-F337-2F9BE54C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02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743E3-CB0E-FBAF-8FED-C6FAE88C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9EC06D-3225-0DF0-5412-77FF5710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2CB18-3938-6BDD-D8A1-FE124970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278DB-9EBF-B160-95D8-B7E259F9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42D91-58E4-370E-19FD-F23D77B7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BEA75-C142-D616-0E5F-DE5C3203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1B8295-482D-8788-78DB-15C894AC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582D2-4BBC-3E7C-0DD8-00AC716F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F3A9B-A196-AC51-E00A-0AAE6D3F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780E6-F4F7-F745-192F-A9FB99DA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2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D0858-2521-BD92-49C8-1E9C25A6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B1D2E-3823-CDF8-D685-54733172F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AD3D32-CEAA-3BF4-068D-EE658AD98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3C7BE-9A84-3DB3-ED48-0ED8C287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7DD8A-D747-C9CE-4B09-B6754689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70B4E4-57DA-7761-FBF3-0E5F175C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28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51F4D-85A0-225C-595B-14C8C6F7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E1C2C3-4794-BA0A-7EB7-4FEC00718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E38919-DEA2-B76A-A351-D010702F2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0F698F-2053-BD96-404B-B9424EE30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7E9976-BA98-5259-4EAB-92EB0F149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453EA4-9A53-C09F-7CA2-32DB18C0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EB47EC-BFC9-0BB2-F74E-FA44ED4D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1C8CE0-C8BC-8488-19A2-4EFDA3B8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35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8750F-1A01-9740-1D99-40E72572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D25241-3C83-7D72-C1F4-E830292B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107EFB-1702-590B-39F9-198C2C28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39E0F8-0C2D-730D-8FDA-04D97232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97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315998-246D-D6EA-F12E-B3AAA098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B05891-B741-6FD6-6DF0-5C74F49C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B2C66E-1860-6116-3BF6-20234DA9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61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2B25E-239A-A9D7-ED16-6FBE9DE0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5854C-EDCC-FA14-F8D8-680C4207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3979A-45D7-C4F7-E3C4-28BC40514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5CCB75-EBD0-5BF5-4FD6-408BC30C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006F0C-3E03-B3D5-1773-F625DCF9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DF363F-A564-AA6C-4DDC-E1DE7AFC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09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56C77-A54E-D8C1-727C-74889B9A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F25A0E-341F-6F2A-1B80-7C97DE4FDA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8970C9-F4A8-9BC7-58A8-A44B6365D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D15B26-2EA5-8271-7104-C303771F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89FDC8-22FE-50ED-6D1E-A85EC715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A6F78-FBB2-134D-9505-F11C8E57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78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0F8B9-1A7A-0B9B-4356-BB5EAB4A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FE393C-2FC5-EF49-1BB5-13A939C3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D8E4A-052F-B626-B22A-6CD01D2F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B20BF-5015-AE07-FDD2-1391D131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EC00C-8C38-3995-D71A-41652964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15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5D10FF-1DD4-F795-2E79-8ECB5BA0D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947E6D-8A02-2BEF-9BCA-9CC9AB1E8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89E05-DA50-B24B-6DF3-A0B71CF9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769E1-6973-88E9-93A5-376ECB6B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6B2E4-5D13-015D-F9A4-0DF13836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84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57FBDC-D339-33FA-F6C9-E4D20EE5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FC97B-BF80-83D4-4F57-9E8710921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6B6FE-889B-1143-D48A-B050553F1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3EEC4-5C9C-4A1D-B125-5F6E34E853A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D7B22-8850-1FFD-EC4B-719C05967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E269DE-BFC2-FCD0-92DC-AAB7330E4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636B2-2CDF-4669-8685-512D1934F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35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自动计时标题">
            <a:extLst>
              <a:ext uri="{FF2B5EF4-FFF2-40B4-BE49-F238E27FC236}">
                <a16:creationId xmlns:a16="http://schemas.microsoft.com/office/drawing/2014/main" id="{DCD31ECD-B9D3-FD3F-1621-6B9B8BDE3DDD}"/>
              </a:ext>
            </a:extLst>
          </p:cNvPr>
          <p:cNvSpPr txBox="1"/>
          <p:nvPr/>
        </p:nvSpPr>
        <p:spPr>
          <a:xfrm>
            <a:off x="1016000" y="6985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自动计时动画页</a:t>
            </a:r>
          </a:p>
        </p:txBody>
      </p:sp>
      <p:sp>
        <p:nvSpPr>
          <p:cNvPr id="3" name="自动计时正文">
            <a:extLst>
              <a:ext uri="{FF2B5EF4-FFF2-40B4-BE49-F238E27FC236}">
                <a16:creationId xmlns:a16="http://schemas.microsoft.com/office/drawing/2014/main" id="{DEC3667F-84A8-FDBC-CE24-BB9A1BF82705}"/>
              </a:ext>
            </a:extLst>
          </p:cNvPr>
          <p:cNvSpPr txBox="1"/>
          <p:nvPr/>
        </p:nvSpPr>
        <p:spPr>
          <a:xfrm>
            <a:off x="1524000" y="2413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第一行结论</a:t>
            </a:r>
          </a:p>
          <a:p>
            <a:r>
              <a:rPr lang="zh-CN" altLang="en-US"/>
              <a:t>第二行补充</a:t>
            </a:r>
          </a:p>
        </p:txBody>
      </p:sp>
      <p:sp>
        <p:nvSpPr>
          <p:cNvPr id="4" name="自动计时强调">
            <a:extLst>
              <a:ext uri="{FF2B5EF4-FFF2-40B4-BE49-F238E27FC236}">
                <a16:creationId xmlns:a16="http://schemas.microsoft.com/office/drawing/2014/main" id="{F0A6158D-788B-2617-6108-E2CC83087817}"/>
              </a:ext>
            </a:extLst>
          </p:cNvPr>
          <p:cNvSpPr txBox="1"/>
          <p:nvPr/>
        </p:nvSpPr>
        <p:spPr>
          <a:xfrm>
            <a:off x="1524000" y="48260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重点：自动播放</a:t>
            </a:r>
          </a:p>
        </p:txBody>
      </p:sp>
    </p:spTree>
    <p:extLst>
      <p:ext uri="{BB962C8B-B14F-4D97-AF65-F5344CB8AC3E}">
        <p14:creationId xmlns:p14="http://schemas.microsoft.com/office/powerpoint/2010/main" val="727648972"/>
      </p:ext>
    </p:extLst>
  </p:cSld>
  <p:clrMapOvr>
    <a:masterClrMapping/>
  </p:clrMapOvr>
  <p:transition spd="med" advClick="0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零动画页标题">
            <a:extLst>
              <a:ext uri="{FF2B5EF4-FFF2-40B4-BE49-F238E27FC236}">
                <a16:creationId xmlns:a16="http://schemas.microsoft.com/office/drawing/2014/main" id="{D8E5E643-DF4F-DB60-7AED-790B8480BAE8}"/>
              </a:ext>
            </a:extLst>
          </p:cNvPr>
          <p:cNvSpPr txBox="1"/>
          <p:nvPr/>
        </p:nvSpPr>
        <p:spPr>
          <a:xfrm>
            <a:off x="1270000" y="1270000"/>
            <a:ext cx="1016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第二页：无对象动画</a:t>
            </a:r>
          </a:p>
        </p:txBody>
      </p:sp>
    </p:spTree>
    <p:extLst>
      <p:ext uri="{BB962C8B-B14F-4D97-AF65-F5344CB8AC3E}">
        <p14:creationId xmlns:p14="http://schemas.microsoft.com/office/powerpoint/2010/main" val="152190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Xun Luo</dc:creator>
  <cp:lastModifiedBy>Xun Luo</cp:lastModifiedBy>
  <cp:revision>1</cp:revision>
  <dcterms:created xsi:type="dcterms:W3CDTF">2026-10-12T14:37:42Z</dcterms:created>
  <dcterms:modified xsi:type="dcterms:W3CDTF">2026-10-12T14:37:42Z</dcterms:modified>
</cp:coreProperties>
</file>