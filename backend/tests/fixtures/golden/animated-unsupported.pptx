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80762-9C44-0FC2-9EEE-41EE52516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C4A4BD-E879-7B07-999C-A9439527E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012EC-1609-5E07-837B-1817433F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823C38-097C-C712-530C-48B2280C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6D7F1-721A-1737-81F4-54B36FF8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18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FBC35-F363-F0C3-76D2-8B1FBB1A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19D2D-83BC-8C36-1362-CD15649E2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9F5B5-8F63-B276-A042-84E3A59A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742B7-4732-C9D9-A4F3-455B7C63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41560-D323-2A6B-06C9-A5207FA9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48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F6AE4-1843-617A-00EF-0B1A149E5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CF359F-9074-4BD6-3646-CFCB6A6C3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3C8A5-BA02-8D46-DC51-04178F4E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D44E-198A-CFD7-0751-E2674B95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44463-D879-F00B-87C6-73A366AF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56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0F8F5-2D49-49AB-90B4-60048997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496FD-DE3E-051E-E965-93CCD5F16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6DC1B-CF15-11E6-D242-0095B5631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3372A-4D27-08F0-FD2E-97D0569E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6D6C65-FE73-7041-3997-D848C690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76AA8D-D89A-2D52-D1FA-1A465805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94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82652-605C-3164-BB28-ED44E842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8B4F7-6B58-35F3-C455-6982B8363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DBA441-59C7-C8AB-36F1-EFECE6FF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CC6432-D31E-6A9A-DAA2-52F860B8D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AF6B2A-55FA-EA72-CA94-46D233C3B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5AE6CB-D858-255C-7896-3A88001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61FAA4-3505-E1FA-31F2-5B95EFEE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FA1AC4-B246-15C2-E852-F1F1CF80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25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972C6-EB64-A404-3680-C5219848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2DC41E-A9C4-9FBD-B872-934D71D9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D14F8A-ADFB-6E2C-B371-6CE910162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3D970D-06B5-FF0E-D6C3-99E0F0D8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9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48D39E-4989-F4F0-81F1-7D120D9EA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5196D1-9FFE-67AB-1990-4D1A792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C47E9-69F2-655C-741E-55064134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3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3851C-B137-A00B-007B-C896122E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36245-733F-68FC-AAE4-67B81D4E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A1F535-F985-13EB-A393-EA443D91C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E3300-55F8-BB30-C39E-94EF1204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1001D-46E2-819F-5FD7-D632D434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8661D-4136-3FE9-7DB9-F26E5A3C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05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5B2FE-0673-CD6F-43AE-09651B7C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F6DEFF-B63F-96A4-A891-5F575B38AE3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6D5421-6FDA-5B42-A772-CF482BF64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16D76-3C46-AF38-118C-D5D47B5B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425C4A-DF15-B1F9-E209-C58D5D3F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B3F448-1482-8EA9-0F8A-BBE9E198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9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E650F-D82F-7FDF-15B8-6070F97CA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4361DD-5ACC-6FBB-2281-77E042030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CAE09-5A10-9E76-566D-68EAA83F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228BC-A4D5-D8ED-0A40-5E7A9C38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A5298-901A-D239-7E85-360E30FB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075150-FB17-F534-83B5-6BEB39829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7CD738-5204-3962-9416-BB5216C0B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62AE13-0CFE-EC49-05B0-679D84B0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0E3CBB-A5AB-1628-760F-451A74D4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71A5D-2116-AB72-D7CC-1D86DCF8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9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DF5451-902E-53B8-971F-C17F4912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76FE3B-3114-9257-1F91-9EA23EC79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65279-14B3-A944-D99A-14CA74833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04389-C8B9-456F-8C39-7383A92E8CB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0F605-C5E1-8036-3DD1-28322DE8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5A55D-BB7F-A8FF-05AD-B6464C70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E0EDB-1C40-4834-B6A5-D47DD8ECC3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交互页标题">
            <a:extLst>
              <a:ext uri="{FF2B5EF4-FFF2-40B4-BE49-F238E27FC236}">
                <a16:creationId xmlns:a16="http://schemas.microsoft.com/office/drawing/2014/main" id="{D02447E6-1FF1-67E4-9EEF-0A3C5ADEA7A2}"/>
              </a:ext>
            </a:extLst>
          </p:cNvPr>
          <p:cNvSpPr txBox="1"/>
          <p:nvPr/>
        </p:nvSpPr>
        <p:spPr>
          <a:xfrm>
            <a:off x="1016000" y="6985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交互触发器动画页</a:t>
            </a:r>
          </a:p>
        </p:txBody>
      </p:sp>
      <p:sp>
        <p:nvSpPr>
          <p:cNvPr id="3" name="交互推导">
            <a:extLst>
              <a:ext uri="{FF2B5EF4-FFF2-40B4-BE49-F238E27FC236}">
                <a16:creationId xmlns:a16="http://schemas.microsoft.com/office/drawing/2014/main" id="{D2B2A5DE-52D6-A409-9923-DDEA9EF37710}"/>
              </a:ext>
            </a:extLst>
          </p:cNvPr>
          <p:cNvSpPr txBox="1"/>
          <p:nvPr/>
        </p:nvSpPr>
        <p:spPr>
          <a:xfrm>
            <a:off x="1524000" y="2413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第一步：写出差商</a:t>
            </a:r>
          </a:p>
          <a:p>
            <a:r>
              <a:rPr lang="zh-CN" altLang="en-US"/>
              <a:t>第二步：令增量趋近于零</a:t>
            </a:r>
          </a:p>
        </p:txBody>
      </p:sp>
      <p:sp>
        <p:nvSpPr>
          <p:cNvPr id="4" name="交互答案">
            <a:extLst>
              <a:ext uri="{FF2B5EF4-FFF2-40B4-BE49-F238E27FC236}">
                <a16:creationId xmlns:a16="http://schemas.microsoft.com/office/drawing/2014/main" id="{0BA85034-E5A2-5997-9FF5-D22A3D9A608D}"/>
              </a:ext>
            </a:extLst>
          </p:cNvPr>
          <p:cNvSpPr txBox="1"/>
          <p:nvPr/>
        </p:nvSpPr>
        <p:spPr>
          <a:xfrm>
            <a:off x="1524000" y="53340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答案：需要点击才显示</a:t>
            </a:r>
          </a:p>
        </p:txBody>
      </p:sp>
      <p:sp>
        <p:nvSpPr>
          <p:cNvPr id="5" name="点击触发器">
            <a:extLst>
              <a:ext uri="{FF2B5EF4-FFF2-40B4-BE49-F238E27FC236}">
                <a16:creationId xmlns:a16="http://schemas.microsoft.com/office/drawing/2014/main" id="{506C790B-D977-2E4A-8B2F-05D9E302653C}"/>
              </a:ext>
            </a:extLst>
          </p:cNvPr>
          <p:cNvSpPr/>
          <p:nvPr/>
        </p:nvSpPr>
        <p:spPr>
          <a:xfrm>
            <a:off x="10414000" y="5334000"/>
            <a:ext cx="2159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点击揭晓</a:t>
            </a:r>
          </a:p>
        </p:txBody>
      </p:sp>
    </p:spTree>
    <p:extLst>
      <p:ext uri="{BB962C8B-B14F-4D97-AF65-F5344CB8AC3E}">
        <p14:creationId xmlns:p14="http://schemas.microsoft.com/office/powerpoint/2010/main" val="236223874"/>
      </p:ext>
    </p:extLst>
  </p:cSld>
  <p:clrMapOvr>
    <a:masterClrMapping/>
  </p:clrMapOvr>
  <p:transition spd="slow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2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2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Xun Luo</dc:creator>
  <cp:lastModifiedBy>Xun Luo</cp:lastModifiedBy>
  <cp:revision>1</cp:revision>
  <dcterms:created xsi:type="dcterms:W3CDTF">2026-10-12T14:37:42Z</dcterms:created>
  <dcterms:modified xsi:type="dcterms:W3CDTF">2026-10-12T14:37:42Z</dcterms:modified>
</cp:coreProperties>
</file>