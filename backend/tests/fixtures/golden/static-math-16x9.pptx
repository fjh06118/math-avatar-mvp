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99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Microsoft YaHei"/>
              </a:rPr>
              <a:t>1.1 极限：从直观到定义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99974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latin typeface="Microsoft YaHei"/>
              </a:rPr>
              <a:t>目标：理解“函数值靠近某个数”的直观含义。</a:t>
            </a:r>
          </a:p>
          <a:p>
            <a:r>
              <a:rPr sz="1600">
                <a:latin typeface="Microsoft YaHei"/>
              </a:rPr>
              <a:t>关键：自变量趋近与函数值相等是两件事。</a:t>
            </a:r>
          </a:p>
          <a:p>
            <a:r>
              <a:rPr sz="1600">
                <a:latin typeface="Microsoft YaHei"/>
              </a:rPr>
              <a:t>观察右图：x 从两侧靠近 2 时，f(x) 靠近 5。</a:t>
            </a:r>
          </a:p>
        </p:txBody>
      </p:sp>
      <p:pic>
        <p:nvPicPr>
          <p:cNvPr id="4" name="Picture 3" descr="golden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017520"/>
            <a:ext cx="9448799" cy="4409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99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Microsoft YaHei"/>
              </a:rPr>
              <a:t>1.2 导数定义与差商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99974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latin typeface="Microsoft YaHei"/>
              </a:rPr>
              <a:t>差商表示平均变化率，取极限得到瞬时变化率。</a:t>
            </a:r>
          </a:p>
          <a:p>
            <a:r>
              <a:rPr sz="1600">
                <a:latin typeface="Microsoft YaHei"/>
              </a:rPr>
              <a:t>推导第 1 步：写出差商。</a:t>
            </a:r>
          </a:p>
          <a:p>
            <a:r>
              <a:rPr sz="1600">
                <a:latin typeface="Microsoft YaHei"/>
              </a:rPr>
              <a:t>推导第 2 步：令 h 趋近于 0。</a:t>
            </a:r>
          </a:p>
        </p:txBody>
      </p:sp>
      <p:pic>
        <p:nvPicPr>
          <p:cNvPr id="4" name="Picture 3" descr="golden-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26080"/>
            <a:ext cx="8351519" cy="204148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4937760"/>
          <a:ext cx="658368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291840"/>
              </a:tblGrid>
              <a:tr h="502920">
                <a:tc>
                  <a:txBody>
                    <a:bodyPr/>
                    <a:lstStyle/>
                    <a:p>
                      <a:r>
                        <a:t>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含义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f'(x)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瞬时变化率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99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Microsoft YaHei"/>
              </a:rPr>
              <a:t>1.3 连续性的图像判定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99974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latin typeface="Microsoft YaHei"/>
              </a:rPr>
              <a:t>判定一：左右极限存在且相等。</a:t>
            </a:r>
          </a:p>
          <a:p>
            <a:r>
              <a:rPr sz="1600">
                <a:latin typeface="Microsoft YaHei"/>
              </a:rPr>
              <a:t>判定二：函数在该点有定义。</a:t>
            </a:r>
          </a:p>
          <a:p>
            <a:r>
              <a:rPr sz="1600">
                <a:latin typeface="Microsoft YaHei"/>
              </a:rPr>
              <a:t>判定三：极限值等于函数值。</a:t>
            </a:r>
          </a:p>
          <a:p>
            <a:r>
              <a:rPr sz="1600">
                <a:latin typeface="Microsoft YaHei"/>
              </a:rPr>
              <a:t>这是本节课要求掌握的三条判定。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