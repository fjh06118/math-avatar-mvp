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7EAB2-0F08-5820-F0C4-35761FFFE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C9994D-1F84-2D48-FA42-8A022485D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E19684-8663-D260-D41B-C682879D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05ED-3D94-4FB9-9D05-D797EAA157C9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C64A59-3512-C845-9B55-D4639FF2D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A32168-8665-2489-9F58-290976AF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C172-03EC-4387-9579-40C47474D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035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3F041-63FA-4D57-D86D-D185FDCC7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095FC-08AC-5C08-E26D-E7BEFC940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D3C19E-2AFD-7238-1486-8C97A2BD7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05ED-3D94-4FB9-9D05-D797EAA157C9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BE2F62-BA86-FB4A-9477-80B400A7C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32A32-D1CC-99B3-D2A1-25EAD9CD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C172-03EC-4387-9579-40C47474D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99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00D6A-5645-B4D2-2CAF-A968B6EA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41EF9C-E866-9A9A-8354-0EAA92F21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4D8339-D44B-48C6-A3BB-B6AA3CA3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05ED-3D94-4FB9-9D05-D797EAA157C9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3AC125-5F97-AFC9-3218-42F81E23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3261B5-AD20-806E-F9A0-EAB95E9D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C172-03EC-4387-9579-40C47474D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394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2E762-1052-A612-6B1D-458E61F3D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9F5E4A-D8F3-6BFA-7C71-36C3DFEE1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911D40-6E78-2C05-F0C8-B219E388E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A2B576-172D-9C24-FC07-4A9A7E2EB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05ED-3D94-4FB9-9D05-D797EAA157C9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FF3B61-7DB5-B7BD-2564-F08A30B53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C3236B-3070-4004-232A-51CCDBCD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C172-03EC-4387-9579-40C47474D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41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2A0F1-A76A-A208-6B4D-8F3631694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3F4D44-7AD1-F3A4-67C7-8517D728A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63C213-34E8-E811-601E-A51FA5FFE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749302-303E-8550-E6DF-BDE209F6F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74950D-3D47-4CF3-B113-F0C00D8EE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5A573B-2EF2-788B-86D3-80125961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05ED-3D94-4FB9-9D05-D797EAA157C9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B7C173-D352-00F9-9068-2F067331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2F90F4-70EB-F78F-29EC-8DA10744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C172-03EC-4387-9579-40C47474D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345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F7C95-3445-D0BD-62B2-6DDC4E539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8E0351F-D77C-225C-0B08-F47FB1164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05ED-3D94-4FB9-9D05-D797EAA157C9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AD98EB-42CA-12B3-FBD4-EE18F023C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CCA305-681E-B439-4D95-6B3E6153A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C172-03EC-4387-9579-40C47474D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44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664F461-A4ED-0D4F-2842-AA2EE44AB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05ED-3D94-4FB9-9D05-D797EAA157C9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E23A82-DB76-F96A-58D8-6D8EB16D7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E11369-F88D-6051-0D8A-906E7B4F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C172-03EC-4387-9579-40C47474D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10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999C2-8055-A6BA-F43A-D56666610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E68070-D2CA-8D6C-A276-FE25C71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97923C-F88A-599A-F77A-DE6460CEB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A52452-4CB4-77B7-6845-36DA7799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05ED-3D94-4FB9-9D05-D797EAA157C9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F7CD74-AE65-306D-EE13-5BE595A32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0AF83D-9882-7AAB-D2D2-8F5404949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C172-03EC-4387-9579-40C47474D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672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005720-B6CC-0150-CE90-722FEE8E9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C7B1BC-1473-F4AD-FDF9-730DB99D15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00AE62-24B0-C937-B6D1-199ED8CE3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ED3027-7290-CB25-EF1A-C4DB0524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05ED-3D94-4FB9-9D05-D797EAA157C9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E9B0AE-EDE0-3AE6-1EC2-A077536E5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4F17F9-B43F-2111-830D-4332E81EC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C172-03EC-4387-9579-40C47474D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874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AA76C-C244-A8F7-A707-01F8F573B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A81499-125F-F6AE-80C6-004750AFF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150561-A845-22E5-B109-413D4F5A2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05ED-3D94-4FB9-9D05-D797EAA157C9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A75FA6-B1B5-8541-51E0-056B20ACA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0BFCC6-647E-F195-698F-BEE1837F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C172-03EC-4387-9579-40C47474D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52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AD55C4-8996-8D7E-4B3D-A6A322947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34A9D0-51A4-34FB-3DDB-4EF1CE365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E1AA7B-2DA4-ED4C-9E28-CE5532386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05ED-3D94-4FB9-9D05-D797EAA157C9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22942E-8D34-49A2-C22E-3B4A7BA87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04BD30-C677-A101-D0F9-2BC85FE09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C172-03EC-4387-9579-40C47474D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85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EA57897-F87C-3327-DD18-B609E290D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AA880A-36F5-BC10-0DC1-B16042901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483872-AA62-2668-19BB-9E11D6B725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305ED-3D94-4FB9-9D05-D797EAA157C9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679E31-16E9-27DF-5D9C-B0E505904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2874DC-643C-1629-F0A3-FF23F979F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CC172-03EC-4387-9579-40C47474D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99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中文标题">
            <a:extLst>
              <a:ext uri="{FF2B5EF4-FFF2-40B4-BE49-F238E27FC236}">
                <a16:creationId xmlns:a16="http://schemas.microsoft.com/office/drawing/2014/main" id="{FE2CC6A6-A1FC-4089-A1C3-8EFED279390C}"/>
              </a:ext>
            </a:extLst>
          </p:cNvPr>
          <p:cNvSpPr txBox="1"/>
          <p:nvPr/>
        </p:nvSpPr>
        <p:spPr>
          <a:xfrm>
            <a:off x="1016000" y="698500"/>
            <a:ext cx="1016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导数动画识别验证</a:t>
            </a:r>
          </a:p>
        </p:txBody>
      </p:sp>
      <p:sp>
        <p:nvSpPr>
          <p:cNvPr id="3" name="逐步推导">
            <a:extLst>
              <a:ext uri="{FF2B5EF4-FFF2-40B4-BE49-F238E27FC236}">
                <a16:creationId xmlns:a16="http://schemas.microsoft.com/office/drawing/2014/main" id="{6AAE0880-C9E7-66A7-C3FD-D2BA9DE813DE}"/>
              </a:ext>
            </a:extLst>
          </p:cNvPr>
          <p:cNvSpPr txBox="1"/>
          <p:nvPr/>
        </p:nvSpPr>
        <p:spPr>
          <a:xfrm>
            <a:off x="1524000" y="2413000"/>
            <a:ext cx="965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第一步：写出差商</a:t>
            </a:r>
          </a:p>
          <a:p>
            <a:r>
              <a:rPr lang="zh-CN" altLang="en-US"/>
              <a:t>第二步：令增量趋近于零</a:t>
            </a:r>
          </a:p>
        </p:txBody>
      </p:sp>
      <p:sp>
        <p:nvSpPr>
          <p:cNvPr id="4" name="答案展示">
            <a:extLst>
              <a:ext uri="{FF2B5EF4-FFF2-40B4-BE49-F238E27FC236}">
                <a16:creationId xmlns:a16="http://schemas.microsoft.com/office/drawing/2014/main" id="{6A786581-CC94-4DFE-5D29-EF5201FCA81A}"/>
              </a:ext>
            </a:extLst>
          </p:cNvPr>
          <p:cNvSpPr txBox="1"/>
          <p:nvPr/>
        </p:nvSpPr>
        <p:spPr>
          <a:xfrm>
            <a:off x="1524000" y="5334000"/>
            <a:ext cx="812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答案：</a:t>
            </a:r>
            <a:r>
              <a:rPr lang="en-US" altLang="zh-CN"/>
              <a:t>f'(x)=2x</a:t>
            </a:r>
            <a:endParaRPr lang="zh-CN" altLang="en-US"/>
          </a:p>
        </p:txBody>
      </p:sp>
      <p:sp>
        <p:nvSpPr>
          <p:cNvPr id="5" name="点击显示答案">
            <a:extLst>
              <a:ext uri="{FF2B5EF4-FFF2-40B4-BE49-F238E27FC236}">
                <a16:creationId xmlns:a16="http://schemas.microsoft.com/office/drawing/2014/main" id="{23F4FEDA-C549-A7C0-BC8B-F7400A06524B}"/>
              </a:ext>
            </a:extLst>
          </p:cNvPr>
          <p:cNvSpPr/>
          <p:nvPr/>
        </p:nvSpPr>
        <p:spPr>
          <a:xfrm>
            <a:off x="10414000" y="5334000"/>
            <a:ext cx="1905000" cy="889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点击揭晓</a:t>
            </a:r>
          </a:p>
        </p:txBody>
      </p:sp>
    </p:spTree>
    <p:extLst>
      <p:ext uri="{BB962C8B-B14F-4D97-AF65-F5344CB8AC3E}">
        <p14:creationId xmlns:p14="http://schemas.microsoft.com/office/powerpoint/2010/main" val="2784229653"/>
      </p:ext>
    </p:extLst>
  </p:cSld>
  <p:clrMapOvr>
    <a:masterClrMapping/>
  </p:clrMapOvr>
  <p:transition spd="slow" advTm="4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2000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21600000">
                                      <p:cBhvr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200"/>
                            </p:stCondLst>
                            <p:childTnLst>
                              <p:par>
                                <p:cTn id="10" presetID="10" presetClass="exit" presetSubtype="0" fill="hold" grpId="1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" grpId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无动画页标题">
            <a:extLst>
              <a:ext uri="{FF2B5EF4-FFF2-40B4-BE49-F238E27FC236}">
                <a16:creationId xmlns:a16="http://schemas.microsoft.com/office/drawing/2014/main" id="{E66D26C9-157E-FD03-E5E2-46C23B7F3E14}"/>
              </a:ext>
            </a:extLst>
          </p:cNvPr>
          <p:cNvSpPr txBox="1"/>
          <p:nvPr/>
        </p:nvSpPr>
        <p:spPr>
          <a:xfrm>
            <a:off x="1270000" y="1270000"/>
            <a:ext cx="1016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第二页：无对象动画</a:t>
            </a:r>
          </a:p>
        </p:txBody>
      </p:sp>
    </p:spTree>
    <p:extLst>
      <p:ext uri="{BB962C8B-B14F-4D97-AF65-F5344CB8AC3E}">
        <p14:creationId xmlns:p14="http://schemas.microsoft.com/office/powerpoint/2010/main" val="2044388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junhao fang</dc:creator>
  <cp:lastModifiedBy>junhao fang</cp:lastModifiedBy>
  <cp:revision>1</cp:revision>
  <dcterms:created xsi:type="dcterms:W3CDTF">2026-08-21T16:50:44Z</dcterms:created>
  <dcterms:modified xsi:type="dcterms:W3CDTF">2026-08-21T16:50:45Z</dcterms:modified>
</cp:coreProperties>
</file>